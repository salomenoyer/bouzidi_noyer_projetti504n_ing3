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61" r:id="rId3"/>
    <p:sldId id="262" r:id="rId4"/>
    <p:sldId id="257" r:id="rId5"/>
    <p:sldId id="258" r:id="rId6"/>
    <p:sldId id="259" r:id="rId7"/>
    <p:sldId id="260" r:id="rId8"/>
  </p:sldIdLst>
  <p:sldSz cx="6858000" cy="123840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50" d="100"/>
          <a:sy n="50" d="100"/>
        </p:scale>
        <p:origin x="273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026749"/>
            <a:ext cx="5829300" cy="431149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504514"/>
            <a:ext cx="5143500" cy="2989954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F59D9-C2A2-46B5-8682-722829DC00FD}" type="datetimeFigureOut">
              <a:rPr lang="fr-FR" smtClean="0"/>
              <a:t>22/10/2026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EB09A-37D5-4C57-ACBD-E164BAAC266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6503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F59D9-C2A2-46B5-8682-722829DC00FD}" type="datetimeFigureOut">
              <a:rPr lang="fr-FR" smtClean="0"/>
              <a:t>22/10/2026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EB09A-37D5-4C57-ACBD-E164BAAC266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278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87425"/>
            <a:ext cx="5915025" cy="5151436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287596"/>
            <a:ext cx="5915025" cy="2709018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F59D9-C2A2-46B5-8682-722829DC00FD}" type="datetimeFigureOut">
              <a:rPr lang="fr-FR" smtClean="0"/>
              <a:t>22/10/2026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EB09A-37D5-4C57-ACBD-E164BAAC266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71586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96690"/>
            <a:ext cx="2914650" cy="785759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96690"/>
            <a:ext cx="2914650" cy="785759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F59D9-C2A2-46B5-8682-722829DC00FD}" type="datetimeFigureOut">
              <a:rPr lang="fr-FR" smtClean="0"/>
              <a:t>22/10/2026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EB09A-37D5-4C57-ACBD-E164BAAC266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9142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59341"/>
            <a:ext cx="5915025" cy="2393685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3035822"/>
            <a:ext cx="2901255" cy="1487810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523632"/>
            <a:ext cx="2901255" cy="665358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3035822"/>
            <a:ext cx="2915543" cy="1487810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523632"/>
            <a:ext cx="2915543" cy="665358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F59D9-C2A2-46B5-8682-722829DC00FD}" type="datetimeFigureOut">
              <a:rPr lang="fr-FR" smtClean="0"/>
              <a:t>22/10/2026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EB09A-37D5-4C57-ACBD-E164BAAC266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9327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F59D9-C2A2-46B5-8682-722829DC00FD}" type="datetimeFigureOut">
              <a:rPr lang="fr-FR" smtClean="0"/>
              <a:t>22/10/2026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EB09A-37D5-4C57-ACBD-E164BAAC266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41690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F59D9-C2A2-46B5-8682-722829DC00FD}" type="datetimeFigureOut">
              <a:rPr lang="fr-FR" smtClean="0"/>
              <a:t>22/10/2026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EB09A-37D5-4C57-ACBD-E164BAAC266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5449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25606"/>
            <a:ext cx="2211884" cy="288962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83082"/>
            <a:ext cx="3471863" cy="880072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715227"/>
            <a:ext cx="2211884" cy="688291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F59D9-C2A2-46B5-8682-722829DC00FD}" type="datetimeFigureOut">
              <a:rPr lang="fr-FR" smtClean="0"/>
              <a:t>22/10/2026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EB09A-37D5-4C57-ACBD-E164BAAC266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6608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25606"/>
            <a:ext cx="2211884" cy="288962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83082"/>
            <a:ext cx="3471863" cy="880072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715227"/>
            <a:ext cx="2211884" cy="688291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F59D9-C2A2-46B5-8682-722829DC00FD}" type="datetimeFigureOut">
              <a:rPr lang="fr-FR" smtClean="0"/>
              <a:t>22/10/2026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EB09A-37D5-4C57-ACBD-E164BAAC266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67670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F59D9-C2A2-46B5-8682-722829DC00FD}" type="datetimeFigureOut">
              <a:rPr lang="fr-FR" smtClean="0"/>
              <a:t>22/10/2026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EB09A-37D5-4C57-ACBD-E164BAAC266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55581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59338"/>
            <a:ext cx="1478756" cy="10494942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59338"/>
            <a:ext cx="4350544" cy="10494942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F59D9-C2A2-46B5-8682-722829DC00FD}" type="datetimeFigureOut">
              <a:rPr lang="fr-FR" smtClean="0"/>
              <a:t>22/10/2026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EB09A-37D5-4C57-ACBD-E164BAAC266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4202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59341"/>
            <a:ext cx="5915025" cy="23936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96690"/>
            <a:ext cx="5915025" cy="78575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478218"/>
            <a:ext cx="1543050" cy="659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BF59D9-C2A2-46B5-8682-722829DC00FD}" type="datetimeFigureOut">
              <a:rPr lang="fr-FR" smtClean="0"/>
              <a:t>22/10/2026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478218"/>
            <a:ext cx="2314575" cy="659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478218"/>
            <a:ext cx="1543050" cy="659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0EB09A-37D5-4C57-ACBD-E164BAAC266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0274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2512F3B-7F0D-2C83-9F80-695ABB7CE370}"/>
              </a:ext>
            </a:extLst>
          </p:cNvPr>
          <p:cNvSpPr/>
          <p:nvPr/>
        </p:nvSpPr>
        <p:spPr>
          <a:xfrm>
            <a:off x="162424" y="190518"/>
            <a:ext cx="6509084" cy="3248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|		|		|		|		|		|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993148-C19A-0878-DE24-191AE7509DD0}"/>
              </a:ext>
            </a:extLst>
          </p:cNvPr>
          <p:cNvSpPr/>
          <p:nvPr/>
        </p:nvSpPr>
        <p:spPr>
          <a:xfrm>
            <a:off x="162424" y="719907"/>
            <a:ext cx="6509084" cy="152801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/>
              <a:t>PHOTO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47B1541A-7872-BBA7-9E55-0FC287E79511}"/>
              </a:ext>
            </a:extLst>
          </p:cNvPr>
          <p:cNvSpPr txBox="1"/>
          <p:nvPr/>
        </p:nvSpPr>
        <p:spPr>
          <a:xfrm>
            <a:off x="258678" y="2554175"/>
            <a:ext cx="21187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Actualité</a:t>
            </a:r>
            <a:r>
              <a:rPr lang="fr-FR" dirty="0"/>
              <a:t> 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D340351F-912A-B725-78BD-5C409B100939}"/>
              </a:ext>
            </a:extLst>
          </p:cNvPr>
          <p:cNvSpPr/>
          <p:nvPr/>
        </p:nvSpPr>
        <p:spPr>
          <a:xfrm>
            <a:off x="162425" y="3108175"/>
            <a:ext cx="2358189" cy="226193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DERNIER PODIUM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17ABB03-FA7B-30FA-6194-F4CA6C22F5D5}"/>
              </a:ext>
            </a:extLst>
          </p:cNvPr>
          <p:cNvSpPr/>
          <p:nvPr/>
        </p:nvSpPr>
        <p:spPr>
          <a:xfrm>
            <a:off x="2869529" y="3174348"/>
            <a:ext cx="3717758" cy="21295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Info meilleur tour</a:t>
            </a:r>
          </a:p>
          <a:p>
            <a:pPr algn="ctr"/>
            <a:r>
              <a:rPr lang="fr-FR" dirty="0">
                <a:solidFill>
                  <a:schemeClr val="tx1"/>
                </a:solidFill>
              </a:rPr>
              <a:t>Podium ancienne course </a:t>
            </a:r>
          </a:p>
          <a:p>
            <a:pPr algn="ctr"/>
            <a:r>
              <a:rPr lang="fr-FR" dirty="0">
                <a:solidFill>
                  <a:schemeClr val="tx1"/>
                </a:solidFill>
              </a:rPr>
              <a:t>écurie  en tête du classement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CD0D176A-B062-EA7E-3630-0373557A714C}"/>
              </a:ext>
            </a:extLst>
          </p:cNvPr>
          <p:cNvSpPr/>
          <p:nvPr/>
        </p:nvSpPr>
        <p:spPr>
          <a:xfrm>
            <a:off x="258678" y="5554779"/>
            <a:ext cx="6340643" cy="226193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PODIUM PILOTE CLASSEMENT GENERAL</a:t>
            </a:r>
          </a:p>
          <a:p>
            <a:pPr algn="ctr"/>
            <a:r>
              <a:rPr lang="fr-FR" dirty="0"/>
              <a:t>(classement en entier qui s’affiche quand on clique)</a:t>
            </a: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6E008580-25DE-04BF-2FC5-4491EA4DADFB}"/>
              </a:ext>
            </a:extLst>
          </p:cNvPr>
          <p:cNvSpPr/>
          <p:nvPr/>
        </p:nvSpPr>
        <p:spPr>
          <a:xfrm>
            <a:off x="258678" y="7921992"/>
            <a:ext cx="6340643" cy="226193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PODIUM ECURIE CLASSEMENT GENERAL</a:t>
            </a:r>
          </a:p>
          <a:p>
            <a:pPr algn="ctr"/>
            <a:r>
              <a:rPr lang="fr-FR" dirty="0"/>
              <a:t>(pareil)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CD3F483-1B3B-D339-F6BE-3CE0EE9647EB}"/>
              </a:ext>
            </a:extLst>
          </p:cNvPr>
          <p:cNvSpPr/>
          <p:nvPr/>
        </p:nvSpPr>
        <p:spPr>
          <a:xfrm>
            <a:off x="227392" y="11868717"/>
            <a:ext cx="6509084" cy="3248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A PROPOS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C1419349-EA18-683C-EE52-72A8227362BF}"/>
              </a:ext>
            </a:extLst>
          </p:cNvPr>
          <p:cNvSpPr txBox="1"/>
          <p:nvPr/>
        </p:nvSpPr>
        <p:spPr>
          <a:xfrm>
            <a:off x="411480" y="10703157"/>
            <a:ext cx="13163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Lien tickets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783451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62F58AF6-1F1D-48F0-7197-E10216C30668}"/>
              </a:ext>
            </a:extLst>
          </p:cNvPr>
          <p:cNvSpPr/>
          <p:nvPr/>
        </p:nvSpPr>
        <p:spPr>
          <a:xfrm>
            <a:off x="396240" y="1341120"/>
            <a:ext cx="6050280" cy="105552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Classement entier des pilotes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580EBA12-960C-6102-1354-C36DD00536B4}"/>
              </a:ext>
            </a:extLst>
          </p:cNvPr>
          <p:cNvSpPr txBox="1"/>
          <p:nvPr/>
        </p:nvSpPr>
        <p:spPr>
          <a:xfrm>
            <a:off x="382535" y="487680"/>
            <a:ext cx="3038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Back (pour revenir en arrière)</a:t>
            </a:r>
          </a:p>
        </p:txBody>
      </p:sp>
    </p:spTree>
    <p:extLst>
      <p:ext uri="{BB962C8B-B14F-4D97-AF65-F5344CB8AC3E}">
        <p14:creationId xmlns:p14="http://schemas.microsoft.com/office/powerpoint/2010/main" val="21750272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64898-006C-7438-B45E-CB5861F6B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A81A9340-DD03-CD41-8A20-422FEEAAA804}"/>
              </a:ext>
            </a:extLst>
          </p:cNvPr>
          <p:cNvSpPr/>
          <p:nvPr/>
        </p:nvSpPr>
        <p:spPr>
          <a:xfrm>
            <a:off x="396240" y="1341120"/>
            <a:ext cx="6050280" cy="105552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Classement entier des écuries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99E46EF5-BF55-AAB0-8AFD-B5F500AC3618}"/>
              </a:ext>
            </a:extLst>
          </p:cNvPr>
          <p:cNvSpPr txBox="1"/>
          <p:nvPr/>
        </p:nvSpPr>
        <p:spPr>
          <a:xfrm>
            <a:off x="382535" y="487680"/>
            <a:ext cx="3038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Back (pour revenir en arrière)</a:t>
            </a:r>
          </a:p>
        </p:txBody>
      </p:sp>
    </p:spTree>
    <p:extLst>
      <p:ext uri="{BB962C8B-B14F-4D97-AF65-F5344CB8AC3E}">
        <p14:creationId xmlns:p14="http://schemas.microsoft.com/office/powerpoint/2010/main" val="20509852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D03AAB3-E12B-5C58-964C-8ADFDFDE158C}"/>
              </a:ext>
            </a:extLst>
          </p:cNvPr>
          <p:cNvSpPr/>
          <p:nvPr/>
        </p:nvSpPr>
        <p:spPr>
          <a:xfrm>
            <a:off x="162424" y="190518"/>
            <a:ext cx="6509084" cy="3248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|		|		|		|		|		|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3A17208-5750-63C7-8DE0-11D56718849E}"/>
              </a:ext>
            </a:extLst>
          </p:cNvPr>
          <p:cNvSpPr/>
          <p:nvPr/>
        </p:nvSpPr>
        <p:spPr>
          <a:xfrm>
            <a:off x="162424" y="719907"/>
            <a:ext cx="6509084" cy="152801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/>
              <a:t>PHOTO de nous deux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A09CA95-A8D8-CCC0-79F9-D91218B83CC1}"/>
              </a:ext>
            </a:extLst>
          </p:cNvPr>
          <p:cNvSpPr txBox="1"/>
          <p:nvPr/>
        </p:nvSpPr>
        <p:spPr>
          <a:xfrm>
            <a:off x="2810689" y="2452453"/>
            <a:ext cx="1236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A PROPOS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54E2649-D719-C0FC-4BD7-50950D0E26F9}"/>
              </a:ext>
            </a:extLst>
          </p:cNvPr>
          <p:cNvSpPr/>
          <p:nvPr/>
        </p:nvSpPr>
        <p:spPr>
          <a:xfrm>
            <a:off x="227392" y="11868717"/>
            <a:ext cx="6509084" cy="3248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A PROPOS</a:t>
            </a:r>
          </a:p>
        </p:txBody>
      </p:sp>
    </p:spTree>
    <p:extLst>
      <p:ext uri="{BB962C8B-B14F-4D97-AF65-F5344CB8AC3E}">
        <p14:creationId xmlns:p14="http://schemas.microsoft.com/office/powerpoint/2010/main" val="12765009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B4A6E6E-0370-AD59-9A70-F14A8D67D31C}"/>
              </a:ext>
            </a:extLst>
          </p:cNvPr>
          <p:cNvSpPr/>
          <p:nvPr/>
        </p:nvSpPr>
        <p:spPr>
          <a:xfrm>
            <a:off x="162424" y="190518"/>
            <a:ext cx="6509084" cy="3248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|		|		|		|		|		|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DA0090-9546-D843-E0AD-D59BB6836F98}"/>
              </a:ext>
            </a:extLst>
          </p:cNvPr>
          <p:cNvSpPr/>
          <p:nvPr/>
        </p:nvSpPr>
        <p:spPr>
          <a:xfrm>
            <a:off x="162424" y="719907"/>
            <a:ext cx="6509084" cy="152801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/>
              <a:t>PHOTO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0DEF9E75-968D-7C0C-CEA3-785142679ADA}"/>
              </a:ext>
            </a:extLst>
          </p:cNvPr>
          <p:cNvSpPr txBox="1"/>
          <p:nvPr/>
        </p:nvSpPr>
        <p:spPr>
          <a:xfrm>
            <a:off x="162424" y="2636520"/>
            <a:ext cx="13841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MERCH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E4A3F48-9942-D9A7-05A9-F1B68B18B6B3}"/>
              </a:ext>
            </a:extLst>
          </p:cNvPr>
          <p:cNvSpPr/>
          <p:nvPr/>
        </p:nvSpPr>
        <p:spPr>
          <a:xfrm>
            <a:off x="162424" y="3352800"/>
            <a:ext cx="6509084" cy="80619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On choisit l’écurie, puis le pilote (donc interactif)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677003E-E88D-A9CB-CAF4-C8C22AEBA0FE}"/>
              </a:ext>
            </a:extLst>
          </p:cNvPr>
          <p:cNvSpPr/>
          <p:nvPr/>
        </p:nvSpPr>
        <p:spPr>
          <a:xfrm>
            <a:off x="227392" y="11868717"/>
            <a:ext cx="6509084" cy="3248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A PROPOS</a:t>
            </a:r>
          </a:p>
        </p:txBody>
      </p:sp>
    </p:spTree>
    <p:extLst>
      <p:ext uri="{BB962C8B-B14F-4D97-AF65-F5344CB8AC3E}">
        <p14:creationId xmlns:p14="http://schemas.microsoft.com/office/powerpoint/2010/main" val="33223685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581B17C-E65D-68D6-D3F3-36F56557038C}"/>
              </a:ext>
            </a:extLst>
          </p:cNvPr>
          <p:cNvSpPr/>
          <p:nvPr/>
        </p:nvSpPr>
        <p:spPr>
          <a:xfrm>
            <a:off x="162424" y="190518"/>
            <a:ext cx="6509084" cy="3248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|		|		|		|		|		|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59EF39-0D3E-56B0-CC18-DE5C3BED05DC}"/>
              </a:ext>
            </a:extLst>
          </p:cNvPr>
          <p:cNvSpPr/>
          <p:nvPr/>
        </p:nvSpPr>
        <p:spPr>
          <a:xfrm>
            <a:off x="162424" y="719907"/>
            <a:ext cx="6509084" cy="152801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/>
              <a:t>PHOTO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7B98279-F15A-FA5F-183A-4FA512B4695B}"/>
              </a:ext>
            </a:extLst>
          </p:cNvPr>
          <p:cNvSpPr/>
          <p:nvPr/>
        </p:nvSpPr>
        <p:spPr>
          <a:xfrm>
            <a:off x="227392" y="11868717"/>
            <a:ext cx="6509084" cy="3248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A PROPOS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CAE85AAB-D815-27A3-2EFC-C4DDEE40EBDA}"/>
              </a:ext>
            </a:extLst>
          </p:cNvPr>
          <p:cNvSpPr txBox="1"/>
          <p:nvPr/>
        </p:nvSpPr>
        <p:spPr>
          <a:xfrm>
            <a:off x="162424" y="2590800"/>
            <a:ext cx="14151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EVENTS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B5583C-C107-7999-847A-C1BC7120F275}"/>
              </a:ext>
            </a:extLst>
          </p:cNvPr>
          <p:cNvSpPr/>
          <p:nvPr/>
        </p:nvSpPr>
        <p:spPr>
          <a:xfrm>
            <a:off x="176462" y="3114020"/>
            <a:ext cx="6444116" cy="6463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LES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7861EB4E-701F-9E99-D31F-48486F43F8F2}"/>
              </a:ext>
            </a:extLst>
          </p:cNvPr>
          <p:cNvSpPr txBox="1"/>
          <p:nvPr/>
        </p:nvSpPr>
        <p:spPr>
          <a:xfrm>
            <a:off x="162424" y="7389162"/>
            <a:ext cx="12226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FAN  BASE</a:t>
            </a:r>
          </a:p>
          <a:p>
            <a:endParaRPr lang="fr-FR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56282F8-51D5-151A-F0B3-143EB0660DBF}"/>
              </a:ext>
            </a:extLst>
          </p:cNvPr>
          <p:cNvSpPr/>
          <p:nvPr/>
        </p:nvSpPr>
        <p:spPr>
          <a:xfrm>
            <a:off x="1386840" y="7373921"/>
            <a:ext cx="5284668" cy="3897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dirty="0"/>
          </a:p>
          <a:p>
            <a:pPr algn="ctr"/>
            <a:r>
              <a:rPr lang="fr-FR" sz="1400" b="1" dirty="0"/>
              <a:t>Formulaire pour s’inscrire pour un rassemblement lors d’un GP</a:t>
            </a:r>
          </a:p>
          <a:p>
            <a:pPr algn="ctr"/>
            <a:endParaRPr lang="fr-FR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7EA0E79-9C0A-5856-6F77-BC57327F55CB}"/>
              </a:ext>
            </a:extLst>
          </p:cNvPr>
          <p:cNvSpPr/>
          <p:nvPr/>
        </p:nvSpPr>
        <p:spPr>
          <a:xfrm>
            <a:off x="162424" y="3930821"/>
            <a:ext cx="6444116" cy="5681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PROCHAINS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B3EDF65-625B-2B07-53D9-260AFF66A10F}"/>
              </a:ext>
            </a:extLst>
          </p:cNvPr>
          <p:cNvSpPr/>
          <p:nvPr/>
        </p:nvSpPr>
        <p:spPr>
          <a:xfrm>
            <a:off x="162424" y="4740374"/>
            <a:ext cx="6444116" cy="6463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GRANDS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E71455B-94D8-2B99-39C4-B21A94E16899}"/>
              </a:ext>
            </a:extLst>
          </p:cNvPr>
          <p:cNvSpPr/>
          <p:nvPr/>
        </p:nvSpPr>
        <p:spPr>
          <a:xfrm>
            <a:off x="162424" y="5538321"/>
            <a:ext cx="6444116" cy="6463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PRIX</a:t>
            </a:r>
          </a:p>
        </p:txBody>
      </p:sp>
    </p:spTree>
    <p:extLst>
      <p:ext uri="{BB962C8B-B14F-4D97-AF65-F5344CB8AC3E}">
        <p14:creationId xmlns:p14="http://schemas.microsoft.com/office/powerpoint/2010/main" val="6237932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A01B83B-C250-90CA-40DF-B99DB00B3A2C}"/>
              </a:ext>
            </a:extLst>
          </p:cNvPr>
          <p:cNvSpPr/>
          <p:nvPr/>
        </p:nvSpPr>
        <p:spPr>
          <a:xfrm>
            <a:off x="162424" y="190518"/>
            <a:ext cx="6509084" cy="3248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|		|		|		|		|		|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5A77F2-DD6A-A6C2-FDF3-99494C0C6B1E}"/>
              </a:ext>
            </a:extLst>
          </p:cNvPr>
          <p:cNvSpPr/>
          <p:nvPr/>
        </p:nvSpPr>
        <p:spPr>
          <a:xfrm>
            <a:off x="162424" y="719907"/>
            <a:ext cx="6509084" cy="152801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/>
              <a:t>PHOTO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E89A261-A1AF-24F3-AA1D-D254B4A5189A}"/>
              </a:ext>
            </a:extLst>
          </p:cNvPr>
          <p:cNvSpPr/>
          <p:nvPr/>
        </p:nvSpPr>
        <p:spPr>
          <a:xfrm>
            <a:off x="227392" y="11868717"/>
            <a:ext cx="6509084" cy="3248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A PROPOS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D1A31F68-E39A-141E-E0B0-0076E3CDCC6F}"/>
              </a:ext>
            </a:extLst>
          </p:cNvPr>
          <p:cNvSpPr txBox="1"/>
          <p:nvPr/>
        </p:nvSpPr>
        <p:spPr>
          <a:xfrm>
            <a:off x="162424" y="2590800"/>
            <a:ext cx="15760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Mini Jeux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B8471A1-C7DC-40AA-0531-0A6D8AC25AB5}"/>
              </a:ext>
            </a:extLst>
          </p:cNvPr>
          <p:cNvSpPr/>
          <p:nvPr/>
        </p:nvSpPr>
        <p:spPr>
          <a:xfrm>
            <a:off x="227392" y="8336280"/>
            <a:ext cx="6444116" cy="30022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Classement des </a:t>
            </a:r>
            <a:r>
              <a:rPr lang="fr-FR" dirty="0" err="1"/>
              <a:t>jouers</a:t>
            </a:r>
            <a:endParaRPr lang="fr-FR" dirty="0"/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ED403561-3A15-B6A3-5F7A-A65F2AB9D429}"/>
              </a:ext>
            </a:extLst>
          </p:cNvPr>
          <p:cNvSpPr/>
          <p:nvPr/>
        </p:nvSpPr>
        <p:spPr>
          <a:xfrm>
            <a:off x="396240" y="3337560"/>
            <a:ext cx="6050280" cy="44685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Quizz et quand tu réponds la voiture avance et c’est chronométré et la voiture doit passer la ligne d’arriver</a:t>
            </a:r>
          </a:p>
        </p:txBody>
      </p:sp>
    </p:spTree>
    <p:extLst>
      <p:ext uri="{BB962C8B-B14F-4D97-AF65-F5344CB8AC3E}">
        <p14:creationId xmlns:p14="http://schemas.microsoft.com/office/powerpoint/2010/main" val="12230701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hèm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</TotalTime>
  <Words>211</Words>
  <Application>Microsoft Office PowerPoint</Application>
  <PresentationFormat>Personnalisé</PresentationFormat>
  <Paragraphs>43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Salomé NOYER</dc:creator>
  <cp:lastModifiedBy>Salomé NOYER</cp:lastModifiedBy>
  <cp:revision>3</cp:revision>
  <dcterms:created xsi:type="dcterms:W3CDTF">2026-10-22T10:24:00Z</dcterms:created>
  <dcterms:modified xsi:type="dcterms:W3CDTF">2026-10-22T11:07:06Z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7e7dfc5-2bf4-4a75-8664-2dc4b3bb1d09_Enabled">
    <vt:lpwstr>true</vt:lpwstr>
  </property>
  <property fmtid="{D5CDD505-2E9C-101B-9397-08002B2CF9AE}" pid="3" name="MSIP_Label_47e7dfc5-2bf4-4a75-8664-2dc4b3bb1d09_SetDate">
    <vt:lpwstr>2026-10-22T10:34:58Z</vt:lpwstr>
  </property>
  <property fmtid="{D5CDD505-2E9C-101B-9397-08002B2CF9AE}" pid="4" name="MSIP_Label_47e7dfc5-2bf4-4a75-8664-2dc4b3bb1d09_Method">
    <vt:lpwstr>Standard</vt:lpwstr>
  </property>
  <property fmtid="{D5CDD505-2E9C-101B-9397-08002B2CF9AE}" pid="5" name="MSIP_Label_47e7dfc5-2bf4-4a75-8664-2dc4b3bb1d09_Name">
    <vt:lpwstr>defa4170-0d19-0005-0004-bc88714345d2</vt:lpwstr>
  </property>
  <property fmtid="{D5CDD505-2E9C-101B-9397-08002B2CF9AE}" pid="6" name="MSIP_Label_47e7dfc5-2bf4-4a75-8664-2dc4b3bb1d09_SiteId">
    <vt:lpwstr>413600cf-bd4e-4c7c-8a61-69e73cddf731</vt:lpwstr>
  </property>
  <property fmtid="{D5CDD505-2E9C-101B-9397-08002B2CF9AE}" pid="7" name="MSIP_Label_47e7dfc5-2bf4-4a75-8664-2dc4b3bb1d09_ActionId">
    <vt:lpwstr>8fc79e29-3458-40e0-aca2-a606c4f07705</vt:lpwstr>
  </property>
  <property fmtid="{D5CDD505-2E9C-101B-9397-08002B2CF9AE}" pid="8" name="MSIP_Label_47e7dfc5-2bf4-4a75-8664-2dc4b3bb1d09_ContentBits">
    <vt:lpwstr>0</vt:lpwstr>
  </property>
  <property fmtid="{D5CDD505-2E9C-101B-9397-08002B2CF9AE}" pid="9" name="MSIP_Label_47e7dfc5-2bf4-4a75-8664-2dc4b3bb1d09_Tag">
    <vt:lpwstr>10, 3, 0, 1</vt:lpwstr>
  </property>
</Properties>
</file>